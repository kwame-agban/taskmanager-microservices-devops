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Présentation DevOps</a:t>
            </a:r>
          </a:p>
          <a:p>
            <a:r>
              <a:t>TaskManager Microservices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• GitHub Actions • Docker •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Industrialiser le développement</a:t>
            </a:r>
          </a:p>
          <a:p>
            <a:pPr>
              <a:defRPr sz="2200"/>
            </a:pPr>
            <a:r>
              <a:t>Automatiser les builds et déploiements</a:t>
            </a:r>
          </a:p>
          <a:p>
            <a:pPr>
              <a:defRPr sz="2200"/>
            </a:pPr>
            <a:r>
              <a:t>Assurer la reproductibilité</a:t>
            </a:r>
          </a:p>
          <a:p>
            <a:pPr>
              <a:defRPr sz="2200"/>
            </a:pPr>
            <a:r>
              <a:t>Mettre en place une supervision fiable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GitHub → GitHub Actions → Docker Compose → Kubernetes</a:t>
            </a:r>
          </a:p>
          <a:p>
            <a:pPr>
              <a:defRPr sz="2200"/>
            </a:pPr>
            <a:r>
              <a:t>API Gateway au centre des microservices</a:t>
            </a:r>
          </a:p>
          <a:p>
            <a:pPr>
              <a:defRPr sz="2200"/>
            </a:pPr>
            <a:r>
              <a:t>Frontend Angular + services Auth, Task et AI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&amp; 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GitHub : dépôt de code et gestion des versions</a:t>
            </a:r>
          </a:p>
          <a:p>
            <a:pPr>
              <a:defRPr sz="2200"/>
            </a:pPr>
            <a:r>
              <a:t>CI : compilation et tests</a:t>
            </a:r>
          </a:p>
          <a:p>
            <a:pPr>
              <a:defRPr sz="2200"/>
            </a:pPr>
            <a:r>
              <a:t>CD : build Docker et déploiement Kubernetes</a:t>
            </a:r>
          </a:p>
          <a:p>
            <a:pPr>
              <a:defRPr sz="2200"/>
            </a:pPr>
            <a:r>
              <a:t>AI Review : revue automatique du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et 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Dockerfile : création des images</a:t>
            </a:r>
          </a:p>
          <a:p>
            <a:pPr>
              <a:defRPr sz="2200"/>
            </a:pPr>
            <a:r>
              <a:t>docker-compose.yml : exécution locale</a:t>
            </a:r>
          </a:p>
          <a:p>
            <a:pPr>
              <a:defRPr sz="2200"/>
            </a:pPr>
            <a:r>
              <a:t>Kubernetes : Deployment, Service, ConfigMap, Secret, Ingress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Fichiers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ci.yml / cd.yml / ai-review.yml</a:t>
            </a:r>
          </a:p>
          <a:p>
            <a:pPr>
              <a:defRPr sz="2200"/>
            </a:pPr>
            <a:r>
              <a:t>devops_files.py et devops_ci.py</a:t>
            </a:r>
          </a:p>
          <a:p>
            <a:pPr>
              <a:defRPr sz="2200"/>
            </a:pPr>
            <a:r>
              <a:t>.env et application-*.yml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Chaîne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Commit → Build → Test → Docker → Push → Deploy → Verify</a:t>
            </a:r>
          </a:p>
          <a:p>
            <a:pPr>
              <a:defRPr sz="2200"/>
            </a:pPr>
            <a:r>
              <a:t>Déploiement automatisé après validation des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Chaîne DevOps complète</a:t>
            </a:r>
          </a:p>
          <a:p>
            <a:pPr>
              <a:defRPr sz="2200"/>
            </a:pPr>
            <a:r>
              <a:t>Automatisation, conteneurisation et orchestration</a:t>
            </a:r>
          </a:p>
          <a:p>
            <a:pPr>
              <a:defRPr sz="2200"/>
            </a:pPr>
            <a:r>
              <a:t>Déploiement fiable et reproductible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